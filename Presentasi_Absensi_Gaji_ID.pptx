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Sistem Auto Broadcast &amp; Monitoring Absensi Gaji.id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Otomatisasi Laporan Kehadiran Karyawan via WhatsApp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Oleh: Tim IT / HR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Latar Belakang &amp; Masalah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1. Monitoring Harian Manual: HR harus mengecek Gaji.id secara manual setiap hari.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2. Distribusi Informasi Lambat: Laporan keterlambatan tidak real-time ke pimpinan.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3. Risiko Terlewat: Kasus keterlambatan tanpa izin sering luput dari pantauan.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4. Rekapitulasi Menguras Waktu: Merekap performa tiap akhir minggu butuh waktu ekstra.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6AB"/>
                </a:solidFill>
              </a:rPr>
              <a:t>Solusi yang Ditawarkan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Aplikasi Middleware Auto Broadcast Absensi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Sebuah sistem otomatis yang bertugas menarik data dari Gaji.id secara periodik, memilah datanya, lalu menyiarkan (broadcast) laporan tersebut langsung via WhatsApp secara terjadwal.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86AB"/>
                </a:solidFill>
              </a:rPr>
              <a:t>Tujuan Utama: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Mempercepat distribusi informasi absensi (Hadir/Telat/Alpha).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Mengeliminasi beban kerja manual.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Menyediakan Dashboard rekapan yang instan dan terstruktur.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Fitur Utama Aplikasi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Dashboard Monitoring Web: Sinkronisasi live dari Gaji.id.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Auto-Broadcast WhatsApp (Terjadwal): Cron Job untuk laporan otomatis.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Smart Categorization Report: Laporan Umum, Telat/Alpha, Izin/Cuti, dan Rekap Mingguan.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Dynamic Settings: Template WA, Hari Libur, Jam Pengiriman diatur dari UI Admin.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C12"/>
                </a:solidFill>
              </a:rPr>
              <a:t>Kesimpulan &amp; Nilai Tambah (Benefits)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Efisiensi Waktu: Nol menit untuk cross-check data mentah.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Budaya Kedisiplinan: Pimpinan / Spv bisa pantau real-time dari WhatsApp.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Fleksibel &amp; Terpusat: Perubahan template dan jadwal tanpa repot meminta revisi kode.
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Cloud-Ready: Siap untuk berjalan 24/7 di environment Cloud.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2026-04-09T15:10:48Z</dcterms:created>
  <dcterms:modified xsi:type="dcterms:W3CDTF">2026-04-09T15:10:48Z</dcterms:modified>
</cp:coreProperties>
</file>